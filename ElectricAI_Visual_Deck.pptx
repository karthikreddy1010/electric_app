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F2043"/>
                </a:solidFill>
              </a:defRPr>
            </a:pPr>
            <a:r>
              <a:t>1. Executive Overview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3657600" cy="0"/>
          </a:xfrm>
        </p:spPr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0F2043"/>
                </a:solidFill>
              </a:defRPr>
            </a:pPr>
            <a:r>
              <a:t>Analyze actual electricity costs and track bill component breakdowns.</a:t>
            </a:r>
          </a:p>
          <a:p>
            <a:pPr>
              <a:spcAft>
                <a:spcPts val="1400"/>
              </a:spcAft>
              <a:defRPr sz="2200">
                <a:solidFill>
                  <a:srgbClr val="0F2043"/>
                </a:solidFill>
              </a:defRPr>
            </a:pPr>
            <a:r>
              <a:t>Visualize data through interactive charts and graphical dashboards.</a:t>
            </a:r>
          </a:p>
          <a:p>
            <a:pPr>
              <a:spcAft>
                <a:spcPts val="1400"/>
              </a:spcAft>
              <a:defRPr sz="2200">
                <a:solidFill>
                  <a:srgbClr val="0F2043"/>
                </a:solidFill>
              </a:defRPr>
            </a:pPr>
            <a:r>
              <a:t>Decompose delivery, generation, and fixed customer charges.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4114800" cy="411480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[Insert overview.png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F2043"/>
                </a:solidFill>
              </a:defRPr>
            </a:pPr>
            <a:r>
              <a:t>2. Price Trends &amp;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3657600" cy="0"/>
          </a:xfrm>
        </p:spPr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0F2043"/>
                </a:solidFill>
              </a:defRPr>
            </a:pPr>
            <a:r>
              <a:t>Identify historical trends in electricity prices over time.</a:t>
            </a:r>
          </a:p>
          <a:p>
            <a:pPr>
              <a:spcAft>
                <a:spcPts val="1400"/>
              </a:spcAft>
              <a:defRPr sz="2200">
                <a:solidFill>
                  <a:srgbClr val="0F2043"/>
                </a:solidFill>
              </a:defRPr>
            </a:pPr>
            <a:r>
              <a:t>Forecast future electricity demand using Prophet + SARIMA ensemble models.</a:t>
            </a:r>
          </a:p>
          <a:p>
            <a:pPr>
              <a:spcAft>
                <a:spcPts val="1400"/>
              </a:spcAft>
              <a:defRPr sz="2200">
                <a:solidFill>
                  <a:srgbClr val="0F2043"/>
                </a:solidFill>
              </a:defRPr>
            </a:pPr>
            <a:r>
              <a:t>Track month-over-month (MoM) and year-over-year (YoY) volatility.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4114800" cy="411480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[Insert forecast.png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F2043"/>
                </a:solidFill>
              </a:defRPr>
            </a:pPr>
            <a:r>
              <a:t>3. Regional Price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3657600" cy="0"/>
          </a:xfrm>
        </p:spPr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0F2043"/>
                </a:solidFill>
              </a:defRPr>
            </a:pPr>
            <a:r>
              <a:t>Benchmark electricity prices across the U.S. against national averages.</a:t>
            </a:r>
          </a:p>
          <a:p>
            <a:pPr>
              <a:spcAft>
                <a:spcPts val="1400"/>
              </a:spcAft>
              <a:defRPr sz="2200">
                <a:solidFill>
                  <a:srgbClr val="0F2043"/>
                </a:solidFill>
              </a:defRPr>
            </a:pPr>
            <a:r>
              <a:t>Analyze specific New Jersey pricing relative to neighboring states.</a:t>
            </a:r>
          </a:p>
          <a:p>
            <a:pPr>
              <a:spcAft>
                <a:spcPts val="1400"/>
              </a:spcAft>
              <a:defRPr sz="2200">
                <a:solidFill>
                  <a:srgbClr val="0F2043"/>
                </a:solidFill>
              </a:defRPr>
            </a:pPr>
            <a:r>
              <a:t>Identify macro-level geographic anomalies in energy rates.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4114800" cy="411480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[Insert benchmark.png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F2043"/>
                </a:solidFill>
              </a:defRPr>
            </a:pPr>
            <a:r>
              <a:t>4. Evaluating Retail Supply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3657600" cy="0"/>
          </a:xfrm>
        </p:spPr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0F2043"/>
                </a:solidFill>
              </a:defRPr>
            </a:pPr>
            <a:r>
              <a:t>Evaluate available retail supply plans for cost optimization.</a:t>
            </a:r>
          </a:p>
          <a:p>
            <a:pPr>
              <a:spcAft>
                <a:spcPts val="1400"/>
              </a:spcAft>
              <a:defRPr sz="2200">
                <a:solidFill>
                  <a:srgbClr val="0F2043"/>
                </a:solidFill>
              </a:defRPr>
            </a:pPr>
            <a:r>
              <a:t>Compare fixed vs. variable charges and term durations.</a:t>
            </a:r>
          </a:p>
          <a:p>
            <a:pPr>
              <a:spcAft>
                <a:spcPts val="1400"/>
              </a:spcAft>
              <a:defRPr sz="2200">
                <a:solidFill>
                  <a:srgbClr val="0F2043"/>
                </a:solidFill>
              </a:defRPr>
            </a:pPr>
            <a:r>
              <a:t>Simulate supply changes to predict projected bill impacts seamlessly.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4114800" cy="411480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[Insert plans.png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