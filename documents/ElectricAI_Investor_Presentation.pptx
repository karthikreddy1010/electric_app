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AI-Powered Energy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i="1" sz="2400">
                <a:solidFill>
                  <a:srgbClr val="0D9488"/>
                </a:solidFill>
              </a:defRPr>
            </a:pPr>
            <a:r>
              <a:t>Explainable Billing, Forecasting, and Grid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The Problem with Energy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Electricity billing is complex, opaque, and difficult to interpret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Customers lack transparency into bill fluctuations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Utilities struggle with demand forecasting and pricing strategy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Regional pricing and rate tracking are fragmented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Platform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Improve billing transparency using AI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Enable accurate demand forecasting at grid level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Quantify impact of pricing and usage changes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Provide regional and geographic intelligence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Support data-driven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Solution Overview: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Show modules: Overview, Forecast, Impact, Benchmark, Geo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Data sources: PJM, EIA, weather, rate histories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AI/ML layer + visualization/dashboard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41148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System Architecture Diagram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Explainable Billing (Overview Module)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Break down bills into components: delivery, generation, taxes, credits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Use LLMs to generate natural language explanations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Highlight anomaly detection (usage spikes, seasonal changes)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overview.png and bill_narrative.png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Predictive Grid Modeling (Forecast Module)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Use real-world PJM datasets (130MB+ scale)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Models: Prophet + SARIMA ensemble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Outputs: daily load forecasting, peak demand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forecast.png Chart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Deterministic &amp; Causal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Dual engine approach:</a:t>
            </a:r>
          </a:p>
          <a:p>
            <a:pPr lvl="1">
              <a:defRPr sz="2000">
                <a:solidFill>
                  <a:srgbClr val="2563EB"/>
                </a:solidFill>
              </a:defRPr>
            </a:pPr>
            <a:r>
              <a:t>A. Accounting Decomposition Engine (usage vs rate)</a:t>
            </a:r>
          </a:p>
          <a:p>
            <a:pPr lvl="1">
              <a:defRPr sz="2000">
                <a:solidFill>
                  <a:srgbClr val="2563EB"/>
                </a:solidFill>
              </a:defRPr>
            </a:pPr>
            <a:r>
              <a:t>B. Causal Inference Engine (HDD/CDD, DML)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Estimate true demand elasticity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impact_breakdown.png and simulator.png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Regional Price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Use EIA state-level pricing data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Compare rankings, volatility, and historical trends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Map and bar chart visual benchmarking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41148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Regional Map/Bar Chart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Geographic Rate Tracking (Geo Insights)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ZIP code-level insights and aggregation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Track utility-specific rate histories (e.g., PSE&amp;G)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Real-time alerts for rate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41148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Geo Tab Map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Key Capabilities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Explainability via large language models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High-accuracy forecasting (ensemble ML)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Advanced causal analysis (Double Machine Learning)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Geographic intelligence mapping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Interactive, real-time dashboards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Backend: Python (FastAPI, Prophet, SARIMA, DoWhy)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Data Sources: PJM, EIA, NOAA Weather APIs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AI Integration: Ollama / Qwen local LLM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Visualization: React, Recharts, TailwindCSS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Business Impact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Increased transparency and trust for customers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Better demand planning and grid stability for utilities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Optimized pricing and margin strategies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Regulatory reporting and compliance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F2043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F2043"/>
                </a:solidFill>
              </a:defRPr>
            </a:pPr>
            <a:r>
              <a:t>Real-time data streaming integration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Personalized, AI-driven user recommendations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Automated end-to-end reporting (PDF/LLM summaries)</a:t>
            </a:r>
          </a:p>
          <a:p>
            <a:pPr>
              <a:defRPr sz="2400">
                <a:solidFill>
                  <a:srgbClr val="0F2043"/>
                </a:solidFill>
              </a:defRPr>
            </a:pPr>
            <a:r>
              <a:t>Seamless integration with smart meter infrastructure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Transforming Energy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F2043"/>
                </a:solidFill>
              </a:defRPr>
            </a:pPr>
            <a:r>
              <a:t>A Scalable, Explainable, and Data-Driven Platform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